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82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F00A-1AED-1131-1ED8-1ED92DC7E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C5C96-2B5D-5F97-A9C2-C195EE5644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69BA1-3F2E-A46A-F512-54D1A2B7D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EC1C8-D6C5-F569-076E-5C17A3BA4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E66B9-3EAA-BF77-8186-84E7789A4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21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D90A5-A778-B704-20EA-C59F2555F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D854B-2427-B4B4-21DF-AFDED846F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63DD4-8A34-699B-3C19-1B13C8BA4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D94E91-A6D6-D993-D62F-F89F7DA2A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A3B87-D047-38EC-0D38-003F37144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54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6BE66-8FA7-3C38-199C-EA80017D5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408E15-2D58-C66E-70C5-E5994DD2C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AA766-7892-98C4-70FE-377D4373A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B290A-6199-E3DE-F6AA-469FCD694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A7D9D-6AF1-35B0-2E24-DBFACA68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732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614B6-F645-FCE8-C99B-122B59897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F85DB-EF2F-849D-7E6C-10527F718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F79916-B803-CE2F-92D6-44AABB5D7D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2C650-F4B4-2E43-BA3D-7BA24716B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121C1-127A-50E9-AFB8-B7D44A94E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73D8A-C5B0-12EA-A04B-939CCD690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0212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659AB-76D2-DC46-1B8F-A9E3291A4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2075C-3C87-75EE-47C4-97B75F645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41971C-222E-BE38-2266-ACE705B45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196E8C-2CDE-67DD-828A-AF9F4A9888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C45F64-0E95-5F00-0857-C00F9F9213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7F3F31-742B-BAC5-0F7C-3C8724586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ABCF08-8AA0-AFFC-EE5D-5D49B151D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F7AFF-81FD-A419-02B7-23F698D45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564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8CDB0-C4FC-5E3A-413C-492D3D465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25A2E-EC62-ACE1-8F91-CE7E80631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DF322F-8191-B520-335B-BCD97E1B8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E77AE-7A19-E305-3562-5E4D5FF48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284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795D13-0D63-6DCC-9E0C-30CAEEEC9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DD5C05-C9E1-78A1-7567-CF0592C63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926DE1-6A77-A582-C496-472A744B0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952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2059D-F00A-BBD6-DA07-1FD17645D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0150A5-AC64-4084-9F39-A1484870C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841C83-9369-EFB0-DF7E-15B83F07B9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4D5A2-77B1-9194-2F22-E2CEC7B7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F1F6D3-732A-664A-2B06-C1E1A966A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27C43-B27F-B93C-92C2-7A17D37A0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764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52E36-0C17-C03D-1D01-CB9D12319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45D5BB-D4B6-961B-57B0-CAC6AEDD8D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BCD6A7-244A-1185-3DE9-507A543048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244F4-0413-1C4E-C5A2-D4441E848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A28544-6B5E-EB20-F510-562A1EF14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2EC382-71F0-94AE-9B26-FEF429647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79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E26D2-DF7D-73B6-EDEC-11A8A0C09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76D8FB-A529-98C6-BE08-841E06F97F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C4615-B8B9-CEA0-DE0D-9401BFD64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DD76B-8CAD-1FA6-7D57-2C439F003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006FEE-9831-DA63-4E48-CAC7D40C6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032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55D487-39FF-0294-624E-E3E8EB3BB5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9D1212-59E9-9590-9BCA-D0ABAEC012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A5344-45E3-3F5A-0F5E-C3D7B9F2D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D738F-245A-56C5-EA72-803E8D097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6CF87-5B06-8A13-4930-076FB6306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17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E0EBB4-6D19-CF93-6346-BEEF5B4A2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857F6-DD80-B3EB-2AB8-EB8A50DED1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1A4F5-0598-DD16-410D-D2450769EE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350523-07E0-DE42-80A5-83701D3A2C46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4FBAB8-9F3C-1F0C-2B54-167A6B8054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7A81C6-F186-D4AA-E7DE-3F5FEC65D8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129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73CE4B-6EB2-B6EC-E6A5-D3EAE720101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b="9639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04A776-9E34-1A48-EE36-3A3E4376A20F}"/>
              </a:ext>
            </a:extLst>
          </p:cNvPr>
          <p:cNvSpPr txBox="1"/>
          <p:nvPr/>
        </p:nvSpPr>
        <p:spPr>
          <a:xfrm>
            <a:off x="1524000" y="568960"/>
            <a:ext cx="9144000" cy="14320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 you see the same false detections in night-time acquisitions?</a:t>
            </a:r>
          </a:p>
        </p:txBody>
      </p:sp>
    </p:spTree>
    <p:extLst>
      <p:ext uri="{BB962C8B-B14F-4D97-AF65-F5344CB8AC3E}">
        <p14:creationId xmlns:p14="http://schemas.microsoft.com/office/powerpoint/2010/main" val="889228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11851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</Words>
  <Application>Microsoft Macintosh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Homayoun Rezaie</dc:creator>
  <cp:lastModifiedBy>Homayoun Rezaie</cp:lastModifiedBy>
  <cp:revision>3</cp:revision>
  <dcterms:created xsi:type="dcterms:W3CDTF">2026-09-12T23:38:01Z</dcterms:created>
  <dcterms:modified xsi:type="dcterms:W3CDTF">2026-09-12T23:40:43Z</dcterms:modified>
</cp:coreProperties>
</file>